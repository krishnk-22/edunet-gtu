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https://github.com/KrishnK-22/EcoSortAI" TargetMode="External" Type="http://schemas.openxmlformats.org/officeDocument/2006/relationships/hyperlink"/><Relationship Id="rId5" Target="https://drive.google.com/file/d/1zQNHpsTT-ntsXGYGhQhZ--LAOHtEXfys/view?usp=drive_link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302126" y="2723350"/>
            <a:ext cx="4455914" cy="121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  <a:spcBef>
                <a:spcPct val="0"/>
              </a:spcBef>
            </a:pPr>
            <a:r>
              <a:rPr lang="en-US" b="true" sz="691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EcoSort 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79494" y="6498101"/>
            <a:ext cx="5508453" cy="65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3"/>
              </a:lnSpc>
              <a:spcBef>
                <a:spcPct val="0"/>
              </a:spcBef>
            </a:pPr>
            <a:r>
              <a:rPr lang="en-US" sz="368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leader: Krishn Khatri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47985" y="7814844"/>
            <a:ext cx="4170938" cy="55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7"/>
              </a:lnSpc>
              <a:spcBef>
                <a:spcPct val="0"/>
              </a:spcBef>
            </a:pPr>
            <a:r>
              <a:rPr lang="en-US" sz="307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Mentor: Sagar Chauhan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79494" y="7077832"/>
            <a:ext cx="2312842" cy="58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  <a:spcBef>
                <a:spcPct val="0"/>
              </a:spcBef>
            </a:pPr>
            <a:r>
              <a:rPr lang="en-US" sz="335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SVIT, Vasad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79494" y="3722835"/>
            <a:ext cx="9282615" cy="7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  <a:spcBef>
                <a:spcPct val="0"/>
              </a:spcBef>
            </a:pPr>
            <a:r>
              <a:rPr lang="en-US" sz="40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AI-Powered Waste Classification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6691" y="1600260"/>
            <a:ext cx="4166711" cy="70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  <a:spcBef>
                <a:spcPct val="0"/>
              </a:spcBef>
            </a:pPr>
            <a:r>
              <a:rPr lang="en-US" b="true" sz="40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691" y="2353070"/>
            <a:ext cx="10019466" cy="596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 – Introduction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Users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Wow Factor in Project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Modelling / Block Diagram / Flow of Project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/ Outcomes</a:t>
            </a:r>
          </a:p>
          <a:p>
            <a:pPr algn="l" marL="766444" indent="-383222" lvl="1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Perspective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85983" y="1520205"/>
            <a:ext cx="17602017" cy="691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8"/>
              </a:lnSpc>
            </a:pPr>
            <a:r>
              <a:rPr lang="en-US" sz="3584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Current Problems</a:t>
            </a:r>
          </a:p>
          <a:p>
            <a:pPr algn="l" marL="773982" indent="-386991" lvl="1">
              <a:lnSpc>
                <a:spcPts val="5018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Incorrect waste segregation</a:t>
            </a:r>
          </a:p>
          <a:p>
            <a:pPr algn="l" marL="773982" indent="-386991" lvl="1">
              <a:lnSpc>
                <a:spcPts val="5018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recycling efficiency</a:t>
            </a:r>
          </a:p>
          <a:p>
            <a:pPr algn="l" marL="773982" indent="-386991" lvl="1">
              <a:lnSpc>
                <a:spcPts val="5018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Increased landfill waste</a:t>
            </a:r>
          </a:p>
          <a:p>
            <a:pPr algn="l" marL="773982" indent="-386991" lvl="1">
              <a:lnSpc>
                <a:spcPts val="5018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pollution</a:t>
            </a:r>
          </a:p>
          <a:p>
            <a:pPr algn="l" marL="773982" indent="-386991" lvl="1">
              <a:lnSpc>
                <a:spcPts val="5018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public awareness</a:t>
            </a:r>
          </a:p>
          <a:p>
            <a:pPr algn="l">
              <a:lnSpc>
                <a:spcPts val="5018"/>
              </a:lnSpc>
            </a:pPr>
          </a:p>
          <a:p>
            <a:pPr algn="l">
              <a:lnSpc>
                <a:spcPts val="5018"/>
              </a:lnSpc>
            </a:pPr>
            <a:r>
              <a:rPr lang="en-US" sz="3584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algn="l">
              <a:lnSpc>
                <a:spcPts val="5018"/>
              </a:lnSpc>
            </a:pPr>
            <a:r>
              <a:rPr lang="en-US" sz="3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an AI-powered application that classifies waste images into the correct category and provides recycling guidance.</a:t>
            </a:r>
          </a:p>
          <a:p>
            <a:pPr algn="l">
              <a:lnSpc>
                <a:spcPts val="50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06476" y="2610469"/>
            <a:ext cx="16080795" cy="461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coSort AI is an AI-powered waste classification application developed using TensorFlow and Streamlit.</a:t>
            </a:r>
          </a:p>
          <a:p>
            <a:pPr algn="l">
              <a:lnSpc>
                <a:spcPts val="4970"/>
              </a:lnSpc>
            </a:pPr>
            <a:r>
              <a:rPr lang="en-US" sz="3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simply upload an image of waste.</a:t>
            </a:r>
          </a:p>
          <a:p>
            <a:pPr algn="l">
              <a:lnSpc>
                <a:spcPts val="5295"/>
              </a:lnSpc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trained MobileNetV2 model predicts the waste category and recommends the appropriate recycling method, encouraging sustainable waste management.</a:t>
            </a:r>
          </a:p>
          <a:p>
            <a:pPr algn="l">
              <a:lnSpc>
                <a:spcPts val="5295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82130"/>
            <a:ext cx="16080795" cy="65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</a:t>
            </a: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roject Overvi</a:t>
            </a: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ew - Introdunction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06476" y="2610469"/>
            <a:ext cx="16080795" cy="53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Households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&amp; Colleges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Mun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icipal Corporations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Recycling Centers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NGOs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City Projects</a:t>
            </a:r>
          </a:p>
          <a:p>
            <a:pPr algn="l">
              <a:lnSpc>
                <a:spcPts val="5295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82130"/>
            <a:ext cx="16080795" cy="65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End</a:t>
            </a: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Users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441575"/>
            <a:ext cx="10595307" cy="495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waste recognition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obileNetV2 Transfer Learning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6-category classificati</a:t>
            </a: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</a:t>
            </a: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rediction accuracy (~85.7% validation)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er-friendly Streamlit interface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Instant predictions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Green Skills &amp; Sustainability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82130"/>
            <a:ext cx="16080795" cy="65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Wow</a:t>
            </a: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Factors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441575"/>
            <a:ext cx="10595307" cy="681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Language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</a:t>
            </a: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Keras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Libraries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82130"/>
            <a:ext cx="16080795" cy="65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Wow</a:t>
            </a: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Factors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64985" y="2441575"/>
            <a:ext cx="10595307" cy="619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Plotly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Pillow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MobileNetV2 (Transfer Learning)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rashNet Dataset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2527 Im</a:t>
            </a: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Classes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822525" y="2012984"/>
            <a:ext cx="4923141" cy="6575960"/>
          </a:xfrm>
          <a:custGeom>
            <a:avLst/>
            <a:gdLst/>
            <a:ahLst/>
            <a:cxnLst/>
            <a:rect r="r" b="b" t="t" l="l"/>
            <a:pathLst>
              <a:path h="6575960" w="4923141">
                <a:moveTo>
                  <a:pt x="0" y="0"/>
                </a:moveTo>
                <a:lnTo>
                  <a:pt x="4923141" y="0"/>
                </a:lnTo>
                <a:lnTo>
                  <a:pt x="4923141" y="6575960"/>
                </a:lnTo>
                <a:lnTo>
                  <a:pt x="0" y="6575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47896" y="2012984"/>
            <a:ext cx="7896434" cy="6575960"/>
          </a:xfrm>
          <a:custGeom>
            <a:avLst/>
            <a:gdLst/>
            <a:ahLst/>
            <a:cxnLst/>
            <a:rect r="r" b="b" t="t" l="l"/>
            <a:pathLst>
              <a:path h="6575960" w="7896434">
                <a:moveTo>
                  <a:pt x="0" y="0"/>
                </a:moveTo>
                <a:lnTo>
                  <a:pt x="7896433" y="0"/>
                </a:lnTo>
                <a:lnTo>
                  <a:pt x="7896433" y="6575960"/>
                </a:lnTo>
                <a:lnTo>
                  <a:pt x="0" y="6575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6411" y="2222126"/>
            <a:ext cx="7972098" cy="74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Accuracy: 93.5%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Accuracy: 85.7%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Waste Categories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Cardboard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Glass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Plastic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Trash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 Waste Category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Confidence Score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Recycling Recommendation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112" y="1641918"/>
            <a:ext cx="16080795" cy="65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Wow</a:t>
            </a: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Factors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06476" y="2610469"/>
            <a:ext cx="16080795" cy="399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Successfully developed an AI-powered waste classification system.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chieved high prediction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accuracy using MobileNetV2.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qu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ick and reliable waste classification.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Promotes proper recycling practices.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e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nvironmental sustainability and Green Skills initiatives.</a:t>
            </a:r>
          </a:p>
          <a:p>
            <a:pPr algn="l">
              <a:lnSpc>
                <a:spcPts val="5295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82130"/>
            <a:ext cx="16080795" cy="65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06476" y="2610469"/>
            <a:ext cx="16080795" cy="532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Application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ive C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amer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Detection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ti-language Support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Recycling Center Locator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</a:t>
            </a: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oyment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Dustbin Integration</a:t>
            </a:r>
          </a:p>
          <a:p>
            <a:pPr algn="l" marL="816570" indent="-408285" lvl="1">
              <a:lnSpc>
                <a:spcPts val="5295"/>
              </a:lnSpc>
              <a:buFont typeface="Arial"/>
              <a:buChar char="•"/>
            </a:pPr>
            <a:r>
              <a:rPr lang="en-US" sz="3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Waste Detection</a:t>
            </a:r>
          </a:p>
          <a:p>
            <a:pPr algn="l">
              <a:lnSpc>
                <a:spcPts val="5295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82130"/>
            <a:ext cx="16080795" cy="65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b="true" sz="378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Perspective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70"/>
            <a:chOff x="0" y="0"/>
            <a:chExt cx="3600450" cy="1151026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-19050"/>
            <a:ext cx="14782800" cy="1114549"/>
            <a:chOff x="0" y="0"/>
            <a:chExt cx="19710400" cy="1486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0" y="0"/>
                  </a:moveTo>
                  <a:lnTo>
                    <a:pt x="19710400" y="0"/>
                  </a:lnTo>
                  <a:lnTo>
                    <a:pt x="19710400" y="1486027"/>
                  </a:lnTo>
                  <a:lnTo>
                    <a:pt x="0" y="1486027"/>
                  </a:lnTo>
                  <a:close/>
                </a:path>
              </a:pathLst>
            </a:custGeom>
            <a:solidFill>
              <a:srgbClr val="213264"/>
            </a:solidFill>
            <a:ln w="38100" cap="sq">
              <a:solidFill>
                <a:srgbClr val="21326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33454" y="-629"/>
            <a:ext cx="168421" cy="1098537"/>
            <a:chOff x="0" y="0"/>
            <a:chExt cx="224561" cy="146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9" id="9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887950" y="-629"/>
            <a:ext cx="400050" cy="1098537"/>
            <a:chOff x="0" y="0"/>
            <a:chExt cx="533400" cy="1464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206407" y="3375331"/>
            <a:ext cx="7875186" cy="120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b="true" sz="68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455" y="7456082"/>
            <a:ext cx="109973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Github link: </a:t>
            </a:r>
            <a:r>
              <a:rPr lang="en-US" b="true" sz="3000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github.com/KrishnK-22/EcoSortAI"/>
              </a:rPr>
              <a:t>https://github.com/KrishnK-22/EcoSortAI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5962" y="8033364"/>
            <a:ext cx="993659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Video link: </a:t>
            </a:r>
            <a:r>
              <a:rPr lang="en-US" b="true" sz="3000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5" tooltip="https://drive.google.com/file/d/1zQNHpsTT-ntsXGYGhQhZ--LAOHtEXfys/view?usp=drive_link"/>
              </a:rPr>
              <a:t>https://drive.google.com/file/d/1zQNHpsTT-ntsXGYGhQhZ--LAOHtEXfys/view?usp=drive_link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DAHPkmmuIjs</dc:identifier>
  <dcterms:modified xsi:type="dcterms:W3CDTF">2011-08-01T06:04:30Z</dcterms:modified>
  <cp:revision>1</cp:revision>
  <dc:title>EcoSortAI.pptx</dc:title>
</cp:coreProperties>
</file>